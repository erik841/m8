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Lato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fc8d90d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fc8d90d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fc8d90d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9fc8d90d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бот-расписание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введите подзаголовок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возможности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Возможность посмотреть расписание где бы ты не был.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Отдельная функция посмотреть расписание на сегодня и на завтра(если ты не помнишь какой день недели).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Удобное пользование.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Можно посмотреть все расписание разом или по отдельности.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бот работает?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Пользователь вводит “/start” в бота.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Бот приветствует пользователя и показывает все функции.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Пользователь выбирает функцию.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1900"/>
              <a:t>Бот исполняет её.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